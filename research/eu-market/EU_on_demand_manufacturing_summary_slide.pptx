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on-demand manufacturing from Poland: three postures, one call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go/no-go summary, 14 July 2026. Evidence and sources: 13-page audit + workbook. 3D printing first, CNC months 12-24.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94176" cy="3749040"/>
          </a:xfrm>
          <a:prstGeom prst="roundRect">
            <a:avLst>
              <a:gd name="adj" fmla="val 1980"/>
            </a:avLst>
          </a:prstGeom>
          <a:solidFill>
            <a:srgbClr val="F1F5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35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141732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 EU instant-quote player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76656" y="2167128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Promise: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convenience near China prices. No login, EUR 10 minimum.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Economics: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25-35% gross margin, 10-20% EBITDA at scale. High volume, low AOV.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Vacated space: i.materialise closed, Shapeways diminished, Craftcloud has no assets.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Against: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JLC3DP sells parts from $0.30. Bambu ships ~2.7M printers/yr. Shapeways died here.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76656" y="4416552"/>
            <a:ext cx="3255264" cy="365760"/>
          </a:xfrm>
          <a:prstGeom prst="roundRect">
            <a:avLst>
              <a:gd name="adj" fmla="val 15000"/>
            </a:avLst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4416552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 AS A STANDALONE. ADOPT ITS FRONT END ONLY.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35424" y="1234440"/>
            <a:ext cx="3694176" cy="3749040"/>
          </a:xfrm>
          <a:prstGeom prst="roundRect">
            <a:avLst>
              <a:gd name="adj" fmla="val 1980"/>
            </a:avLst>
          </a:prstGeom>
          <a:solidFill>
            <a:srgbClr val="F1F5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1435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48656" y="141732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Defense-grade EU-only supplier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754880" y="2167128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Promise: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Attested EU-origin quick-turn parts for defense and dual-use startups.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Economics: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50-60% gross margin, 25-40% EBITDA. Premium 20-40% over market.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EDIP 35% non-EU cap in force. Poland top SAFE recipient (EUR 43.7B). Niche empty in CEE.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Against: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BD cycles. Startups insource at scale. Revenue lands in years 2-3.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4416552"/>
            <a:ext cx="3255264" cy="365760"/>
          </a:xfrm>
          <a:prstGeom prst="roundRect">
            <a:avLst>
              <a:gd name="adj" fmla="val 15000"/>
            </a:avLst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4416552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LAYER FROM MONTH 12.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13648" y="1234440"/>
            <a:ext cx="3694176" cy="3749040"/>
          </a:xfrm>
          <a:prstGeom prst="roundRect">
            <a:avLst>
              <a:gd name="adj" fmla="val 1980"/>
            </a:avLst>
          </a:prstGeom>
          <a:solidFill>
            <a:srgbClr val="CADCFC">
              <a:alpha val="45000"/>
            </a:srgbClr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14816" y="1435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814816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26880" y="1417320"/>
            <a:ext cx="2825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DACH-nearshore speed play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833104" y="2167128"/>
            <a:ext cx="325526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Promise: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in Germany D+1/D+2 at 10-20% below German prices. MJF-led.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Economics: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40-50% gross margin, 25-35% EBITDA. Weerg anchor: ~40% EBITDA on EUR 18M.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labour EUR 17.10/h vs DE EUR 49.50. Protolabs Europe shrinking and 3-5x on price.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Against: 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Weerg already ships EU-wide in 1-2 days and is for sale. Xometry sits in Munich.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33104" y="4416552"/>
            <a:ext cx="3255264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4416552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CORE OPERATING MODEL.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5230368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358384"/>
            <a:ext cx="10789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GO, conditional.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3 as the operating model with 1's front end (no-login quote, low minimum) and 2 as the margin layer from month 12. MJF cell + small FDM farm; CNC in months 12-24. Phase-1 CAPEX under EUR 1M: FDM farm EUR ~190k, payback ~2.2 yrs; MJF cell EUR ~660k, payback ~3.7 yrs; both 38-40% EBITDA at steady state.</a:t>
            </a:r>
            <a:endParaRPr lang="en-US" sz="150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prosumer volume with a quoting landing page before scaling the farm; ISO 9001 from day one, AQAP 2110 path by month 12; reassess if Weerg sells to a strategic with CEE ambitions.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2026-07-14T08:00:30Z</dcterms:created>
  <dcterms:modified xsi:type="dcterms:W3CDTF">2026-07-14T08:00:30Z</dcterms:modified>
</cp:coreProperties>
</file>